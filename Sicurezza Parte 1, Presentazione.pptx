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e30a199-b24b-1288-58a1-95dac846b8c7}">
          <p14:sldIdLst>
            <p14:sldId id="256"/>
            <p14:sldId id="257"/>
          </p14:sldIdLst>
        </p14:section>
        <p14:section name="Perché" id="{27b36173-fe8e-0f3f-bc42-35c779cd77dc}">
          <p14:sldIdLst>
            <p14:sldId id="258"/>
            <p14:sldId id="259"/>
            <p14:sldId id="260"/>
          </p14:sldIdLst>
        </p14:section>
        <p14:section name="Le basi" id="{1df956eb-6060-7de4-9f01-14e1afdcd4a4}">
          <p14:sldIdLst>
            <p14:sldId id="261"/>
            <p14:sldId id="262"/>
            <p14:sldId id="263"/>
          </p14:sldIdLst>
        </p14:section>
        <p14:section name="Il materiale" id="{1e6e4ba4-c76e-3495-6364-c934dc990efd}">
          <p14:sldIdLst>
            <p14:sldId id="264"/>
            <p14:sldId id="265"/>
          </p14:sldIdLst>
        </p14:section>
        <p14:section name="Adesso" id="{40aabdb6-663d-3836-6301-3b71887ada9a}">
          <p14:sldIdLst>
            <p14:sldId id="266"/>
            <p14:sldId id="267"/>
          </p14:sldIdLst>
        </p14:section>
        <p14:section name="Chiusura" id="{319a503a-eaac-dad7-5982-363fa2ca20cd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il tema riguarda tutti, le basi degli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Partiamo dalle basi, come un corso di informatica: prima come funzionano le cose che usiamo ogni giorno, poi come ci attaccano, poi come proteggerci. Chi è già pratico può saltare i capitoli “Da zero” del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dare un codice o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Dorsey non ha cliccato niente di strano: i criminali hanno convinto il suo operatore a trasferire il numero, e Twitter ha confermato la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Informatica di base, ed è la cosa più importante da capire. Foto, posta e documenti non stanno nel telefono: stanno su un server, e telefono, computer e sito sono solo finestre. Conseguenza: perdere il telefono è un fastidio, perdere l’account è un disastro. Un file salvato solo sul computer, invece, esiste solo lì: se il computer si rompe,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L’email è il tuo nome utente quasi ovunque e, soprattutto, la porta di recupero di tutti gli altri account. Chi entra nella tua email clicca “password dimenticata” su banca e social e reimposta tutto.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basi che evitano la maggior parte dei guai. Password diverse per ogni sito: dopo una violazione i criminali provano la stessa email e password ovunque. Il dominio: l’unica parte dell’indirizzo che non si può falsificare. La sincronizzazione: comoda, ma copia anche gli errori e i file cifrati da un ransomware.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pagamenti, ruolo dirigenziale, crypto o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Così è costruito il livello 1. La sezione A spiega i 12 rischi di oggi e fa provare cinque attacchi simulati, senza rischi. La sezione B è il corso di informatica di base: account, email, cloud, password, verifica in due passaggi, browser, condivisione, dispositivi e backup. La sezione C chiude con strumenti consigliati,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giusto. Nessuno viene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2026-10-07T20:15:08Z</dcterms:created>
  <dcterms:modified xsi:type="dcterms:W3CDTF">2026-10-07T20:15:08Z</dcterms:modified>
</cp:coreProperties>
</file>