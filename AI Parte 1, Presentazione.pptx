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4afbf48-d307-72d2-a021-a66cac9cbdda}">
          <p14:sldIdLst>
            <p14:sldId id="256"/>
            <p14:sldId id="257"/>
          </p14:sldIdLst>
        </p14:section>
        <p14:section name="Perché" id="{245d62f3-830c-f04a-c490-1aaf9418d089}">
          <p14:sldIdLst>
            <p14:sldId id="258"/>
            <p14:sldId id="259"/>
            <p14:sldId id="260"/>
          </p14:sldIdLst>
        </p14:section>
        <p14:section name="Capire" id="{8e9705c2-c46a-5fce-6e96-14becf825581}">
          <p14:sldIdLst>
            <p14:sldId id="261"/>
          </p14:sldIdLst>
        </p14:section>
        <p14:section name="Regole chiave" id="{42672046-1c30-4915-dd89-b207589e0704}">
          <p14:sldIdLst>
            <p14:sldId id="262"/>
          </p14:sldIdLst>
        </p14:section>
        <p14:section name="In azienda" id="{9fc5b7c6-3977-aa78-097b-d8da3ee20ed2}">
          <p14:sldIdLst>
            <p14:sldId id="263"/>
          </p14:sldIdLst>
        </p14:section>
        <p14:section name="Il materiale" id="{9766cd91-c801-055f-fab1-ff59c2be33d4}">
          <p14:sldIdLst>
            <p14:sldId id="264"/>
          </p14:sldIdLst>
        </p14:section>
        <p14:section name="Adesso" id="{fa5be2f2-54dd-3547-0333-413858884d7d}">
          <p14:sldIdLst>
            <p14:sldId id="265"/>
            <p14:sldId id="266"/>
          </p14:sldIdLst>
        </p14:section>
        <p14:section name="Chiusura" id="{ce1ed49b-d050-2e11-1970-bbc2a3b394b0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sicurezza: oggi l’introduzione,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sono le sezioni A, B, C e D. Prima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personali: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quattro classi di dati della Sicurezza Parte 2, applicate all’AI. Pubblico sì. Interno solo negli strumenti approvati dall’azienda. Confidenziale solo lì e anonimizzato, salvo uno strumento approvato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falle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2026-10-07T20:15:09Z</dcterms:created>
  <dcterms:modified xsi:type="dcterms:W3CDTF">2026-10-07T20:15:09Z</dcterms:modified>
</cp:coreProperties>
</file>