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f1ea5b6-b2b5-41ac-43ca-01faa4f0e323}">
          <p14:sldIdLst>
            <p14:sldId id="256"/>
            <p14:sldId id="257"/>
          </p14:sldIdLst>
        </p14:section>
        <p14:section name="Perché" id="{1cbac470-3cd6-69ba-50f0-cb67e859a1a1}">
          <p14:sldIdLst>
            <p14:sldId id="258"/>
            <p14:sldId id="259"/>
            <p14:sldId id="260"/>
          </p14:sldIdLst>
        </p14:section>
        <p14:section name="Capire" id="{fda675f1-2c65-71a3-8627-d107f94bcfdc}">
          <p14:sldIdLst>
            <p14:sldId id="261"/>
          </p14:sldIdLst>
        </p14:section>
        <p14:section name="Regole chiave" id="{3f028836-9aa1-85c0-36b7-ca8fe765085c}">
          <p14:sldIdLst>
            <p14:sldId id="262"/>
          </p14:sldIdLst>
        </p14:section>
        <p14:section name="In azienda" id="{6bab4054-576a-4e81-5f1e-c614ba7a489e}">
          <p14:sldIdLst>
            <p14:sldId id="263"/>
          </p14:sldIdLst>
        </p14:section>
        <p14:section name="Il materiale" id="{a44a6aa4-0619-e521-fcaa-99850474527a}">
          <p14:sldIdLst>
            <p14:sldId id="264"/>
          </p14:sldIdLst>
        </p14:section>
        <p14:section name="Adesso" id="{3989a252-17e0-6b42-f2fe-377c28eac48d}">
          <p14:sldIdLst>
            <p14:sldId id="265"/>
            <p14:sldId id="266"/>
          </p14:sldIdLst>
        </p14:section>
        <p14:section name="Chiusura" id="{710b032b-3b76-a812-a5c4-e1550f12cbd2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sicurezza, oggi c’è l’introduzione e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diventano le sezioni A, B, C e D. Prima capiamo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personali, quindi con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stesse quattro classi di dati della Sicurezza Parte 2, applicate all’AI. Pubblico sì. Interno solo negli strumenti approvati dall’azienda. Confidenziale solo lì e anonimizzato, salvo uno strumento che l’azienda approva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fagli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9893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2026-10-06T15:03:00Z</dcterms:created>
  <dcterms:modified xsi:type="dcterms:W3CDTF">2026-10-06T15:03:00Z</dcterms:modified>
</cp:coreProperties>
</file>