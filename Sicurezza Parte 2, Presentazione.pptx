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e9fd324-5ca7-5961-c1b3-a28034471cb1}">
          <p14:sldIdLst>
            <p14:sldId id="256"/>
            <p14:sldId id="257"/>
          </p14:sldIdLst>
        </p14:section>
        <p14:section name="Perché" id="{9f963294-aa62-b425-e78e-a35692771051}">
          <p14:sldIdLst>
            <p14:sldId id="258"/>
            <p14:sldId id="259"/>
            <p14:sldId id="260"/>
          </p14:sldIdLst>
        </p14:section>
        <p14:section name="Regole chiave" id="{8c0120e9-14b6-6caa-31e2-cb2fbf67e9a7}">
          <p14:sldIdLst>
            <p14:sldId id="261"/>
            <p14:sldId id="262"/>
          </p14:sldIdLst>
        </p14:section>
        <p14:section name="Il materiale" id="{11bb8235-3b60-8187-0ff6-19302f69b496}">
          <p14:sldIdLst>
            <p14:sldId id="263"/>
          </p14:sldIdLst>
        </p14:section>
        <p14:section name="Adesso" id="{bdc59b01-20f3-a014-dc6d-f170aa237efd}">
          <p14:sldIdLst>
            <p14:sldId id="264"/>
            <p14:sldId id="265"/>
          </p14:sldIdLst>
        </p14:section>
        <p14:section name="Chiusura" id="{2a983b9f-69c9-f5c4-60b1-419e162329b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uguali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improvvisa. Le policy sono la versione formale, da leggere e firmare. Tutto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Attenzione: per la nuova legge sulla protezione dei dati la multa, fino a 250’000 franchi, colpisce di regola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A: le regole, per argomento. Sezione B: i processi, cioè cosa fare se succede, il setup guidato dei dispositivi con 12 guide per Mac, Windows, iPhone e Android, e cosa cambia quando si entra, si cambia ruolo o si esce. Sezione C: policy,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decidere da soli sotto pressione. Se succede qualcosa, segnalare subito è sempre giusto.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improvvisi: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le 12 policy.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le 12 policy.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9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2026-10-08T09:27:20Z</dcterms:created>
  <dcterms:modified xsi:type="dcterms:W3CDTF">2026-10-08T09:27:20Z</dcterms:modified>
</cp:coreProperties>
</file>