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652b6d1-bc28-29cf-1f02-b2be7887af47}">
          <p14:sldIdLst>
            <p14:sldId id="256"/>
            <p14:sldId id="257"/>
          </p14:sldIdLst>
        </p14:section>
        <p14:section name="Perché" id="{00fccf22-6ba5-6beb-cf1e-c3384f4e9e16}">
          <p14:sldIdLst>
            <p14:sldId id="258"/>
            <p14:sldId id="259"/>
            <p14:sldId id="260"/>
          </p14:sldIdLst>
        </p14:section>
        <p14:section name="Regole chiave" id="{673f2eaf-2d8e-b859-63fd-75a10fe1217f}">
          <p14:sldIdLst>
            <p14:sldId id="261"/>
            <p14:sldId id="262"/>
          </p14:sldIdLst>
        </p14:section>
        <p14:section name="Il materiale" id="{12f74413-f0a2-6aaf-1853-477b96133ae8}">
          <p14:sldIdLst>
            <p14:sldId id="263"/>
          </p14:sldIdLst>
        </p14:section>
        <p14:section name="Adesso" id="{edcce4d4-2219-e092-c348-f4727c667e94}">
          <p14:sldIdLst>
            <p14:sldId id="264"/>
            <p14:sldId id="265"/>
          </p14:sldIdLst>
        </p14:section>
        <p14:section name="Chiusura" id="{3995f6d3-5d4b-ed1a-2a58-a9cbcfbdfa9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che valgono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deve improvvisare. Le policy sono la versione formale, da leggere e firmare. Tutto è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E attenzione: per la nuova legge sulla protezione dei dati la multa, fino a 250’000 franchi, di regola colpisce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anche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A sono le regole, divise per argomento. La sezione B i processi: cosa fare se succede, il setup guidato dei dispositivi con 12 guide per Mac, Windows, iPhone e Android, e cosa cambia quando si entra, si cambia ruolo o si esce. La sezione C le policy, la checklist e il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dover decidere da soli sotto pressione. Se succede qualcosa, segnalare subito è sempre la scelta giusta.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devi improvvisare: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policy firmate.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policy firmate.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2026-10-06T15:03:00Z</dcterms:created>
  <dcterms:modified xsi:type="dcterms:W3CDTF">2026-10-06T15:03:00Z</dcterms:modified>
</cp:coreProperties>
</file>